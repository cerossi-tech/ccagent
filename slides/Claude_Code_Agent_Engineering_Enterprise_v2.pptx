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4200" b="1">
                <a:solidFill>
                  <a:srgbClr val="F3F6FF"/>
                </a:solidFill>
              </a:defRPr>
            </a:pPr>
            <a:r>
              <a:t>Claude Code Agent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2331720"/>
            <a:ext cx="8961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0">
                <a:solidFill>
                  <a:srgbClr val="B4BED2"/>
                </a:solidFill>
              </a:defRPr>
            </a:pPr>
            <a:r>
              <a:t>Costruire un team di agenti per sviluppo, sicurezza e workflow quotidiani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120640"/>
            <a:ext cx="7589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FFB84D"/>
                </a:solidFill>
              </a:defRPr>
            </a:pPr>
            <a:r>
              <a:t>Corso pratico da 3 ore • Slide + laboratori + repository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Mappa generale del corso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Skills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Labs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Enterprise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Obiettivo didattico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Dal prompt al sistema agentico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72184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Non chiedere solo risposte: costruire ruoli, guardrail e workflow ripetibili.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56815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Automazione utile domani mattina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5999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Review, test, documentazione, release, audit e ticket.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70631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Controllo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9815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Permessi minimi, audit trail, policy, sandbox e separazione dei ruoli.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Agenda 180 minuti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10 min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50 min modalità agentica e subagent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35 min hooks/skills/workflow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45 min sicurezza agentica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35 min laboratorio guidato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5 min chiusura e piano adozione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1 — Anatomia agentica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Agentic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Delegation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Handoff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Claude Code come orchestratore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Main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72184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Tiene obiettivo, priorità e vincoli.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56815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Subagents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5999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Ruoli specializzati con strumenti limitati.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70631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9815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Determinismo attorno ad azioni probabilistiche.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84447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1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Conoscenza procedurale riusabile.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Subagent: struttura essenziale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Frontmatter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description come router semantico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tools/disallowedTools per least 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prompt operativo con output verificabile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maxTurns e stop condition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Campo description: il dettaglio che cambia tutto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Scrivere “quando usarlo”, non solo “cosa fa”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Esempio buono: usa proattivamente quando cambia codice Java/Spring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Esempio cattivo: agente esperto di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Più precisa è la description, meno routing errato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Tool minimi per 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Reviewer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72184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Read, Grep, Glob. Niente Bash se non 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56815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Tester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5999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Read, Write, Edit, Bash solo per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70631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9815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Git log/diff/tag solo con conferma.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84447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1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Read/Grep/Glob e comandi scanner locali controllati.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Pattern: team di agenti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Orchestrator divide il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Architect imposta vincoli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Developer modifica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Tester verifica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Security controlla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Documenter aggiorna handoff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2 — Subagent Enterprise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Subagents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Reviewer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Tester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Hooks: perché sono fondamentali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Prima del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72184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Bloccare rm, push, file segreti, network non autorizzata.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56815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Dopo il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5999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Format, test, diff summary, changelog.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70631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A fine sessione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9815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Verifica, audit, reminder.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84447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1">
                <a:solidFill>
                  <a:srgbClr val="FFB84D"/>
                </a:solidFill>
              </a:defRPr>
            </a:pPr>
            <a:r>
              <a:t>• Dopo compact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1"/>
            <a:ext cx="996696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B4BED2"/>
                </a:solidFill>
              </a:defRPr>
            </a:pPr>
            <a:r>
              <a:t>Reiniettare policy critiche.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Eventi hook da conoscere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SessionStart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PreToolUse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PostToolUse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PermissionRequest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PostCompact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Tipi hook moderni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command: script locale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prompt: istruzione deterministica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agent: delega a subagent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http: chiamata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mcp_tool: tool MCP controllato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Exit code negli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0 = passa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2 = blocca con messaggio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altri codici = errore/attenzione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messaggi stderr spiegano cosa fare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Skills: memoria procedurale controllata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Checklist e template riusabili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Inject nel contesto dell’agente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Riduce prompt lunghi e incoerenti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Utile per ADR, review, security, release notes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3 — Workflow quotidiani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Daily 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Morning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Ticket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Code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Test 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Doc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Release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ADR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Incident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Workflow: feature to 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1. Cartografo mappa impatto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2. Architect definisce vincoli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3. Developer implementa patch minima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4. Tester genera casi limite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5. Reviewer e Security fanno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6. Documenter produce PR 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Workflow: morning developer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git log ultimo giorno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branch aperti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TODO/FIXME nuovi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 bloccate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test falliti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prossima azione consigliata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Workflow: documentazione automatica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Ogni modifica API aggiorna README/OpenAPI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Ogni scelta architetturale crea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Ogni release produce changelog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Ogni incidente produce postmortem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Workflow: refactoring sicuro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Baseline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Golden master se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Refactoring piccolo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Diff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Rollback chiaro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4 — Sicurezza agentica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Prompt injection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Tool poisoning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Secrets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Sandbox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Supply chain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Prompt injection nei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README con istruzioni malevole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Issue template manipolati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Log o fixture che dicono al modello di ignorare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Regola: contenuto repo = dati non fidati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Tool 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Script con nome innocuo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package script modificato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hook alterato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server MCP malevolo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Regola: prima leggere, poi eseguire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Secret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Non leggere `.env`, chiavi SSH, certificati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Non stampare token nei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Usare secret manager e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Hook denylist su file sensibili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MCP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Autorizzare tool nominalmente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Separare read/write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Preferire server interni e versionati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Loggare invocazioni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Valutare path traversal e command injection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Permission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Read-only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Allowlist esplicita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Denylist distruttiva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Conferma umana per push/release/network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Policy gestite per team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Sandbox e isolamento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Branch dedicati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Devcontainer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Worktree per agenti paralleli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Dati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CI come gate finale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JSONL locale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Diff stat dopo ogni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Report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Collegamento ticket/PR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Conservare evidenze, non segreti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5 — Casi poco usati ma potenti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324269"/>
            <a:ext cx="1778090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1778090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311813" y="3520440"/>
            <a:ext cx="1778091" cy="119617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75304" y="3520440"/>
            <a:ext cx="2514600" cy="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311813" y="2324269"/>
            <a:ext cx="1778091" cy="1196171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Hidden Gems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Agent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594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Worktree isolation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PostCompact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53594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Permission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Hook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7413" y="440571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MCP allowlist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60904" y="320954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ADR 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7413" y="201337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Log analyst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20 usi poco sfruttati — 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Agente cartografo del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Agente che genera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Hook PostCompact che reinietta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Reviewer solo read-only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Security gate prima del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Release notes da git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Confluence page 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Incident timeline generator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20 usi poco sfruttati — 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MCP gatekeeper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SQL SELECT-only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Diff budget massimo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Branch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Large file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Dependency/license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Prompt injection hunter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Observability agent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20 usi poco sfruttati — 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Agenti background per analisi lunghe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Worktree isolation per task paralleli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PermissionRequest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Morning report locale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Runbook automatici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Commento PR strutturato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Ticket acceptance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Learning path dal repository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Ragno 6 — Laboratori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9904" y="182880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9904" y="2674620"/>
            <a:ext cx="2177707" cy="84582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9904" y="3520440"/>
            <a:ext cx="2177707" cy="845819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9904" y="3520440"/>
            <a:ext cx="0" cy="169164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912196" y="3520440"/>
            <a:ext cx="2177708" cy="84582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912196" y="2674620"/>
            <a:ext cx="2177708" cy="845820"/>
          </a:xfrm>
          <a:prstGeom prst="line">
            <a:avLst/>
          </a:prstGeom>
          <a:ln w="19050">
            <a:solidFill>
              <a:srgbClr val="3C5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38344" y="3044952"/>
            <a:ext cx="2103120" cy="950976"/>
          </a:xfrm>
          <a:prstGeom prst="ellipse">
            <a:avLst/>
          </a:prstGeom>
          <a:solidFill>
            <a:srgbClr val="00B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51790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First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3211" y="236372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Security 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3211" y="4055363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Feature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490118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7796" y="405536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MCP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7796" y="2363724"/>
            <a:ext cx="1828800" cy="621792"/>
          </a:xfrm>
          <a:prstGeom prst="roundRect">
            <a:avLst/>
          </a:prstGeom>
          <a:solidFill>
            <a:srgbClr val="1C2A48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3F6FF"/>
                </a:solidFill>
              </a:defRPr>
            </a:pPr>
            <a:r>
              <a:t>Enterprise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1 — Primo 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Creare java-reviewer.md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Limitare tool a Read/Grep/Glob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Far analizzare UserService.java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Produrre 3 finding con evidenze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2 — Hook sicurezza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Installare pretool_block_dangerous_bash.py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Simulare rm -rf 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Verificare exit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Leggere audit.jsonl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3 — Feature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Aggiungere validazione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Generare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Review sicurezza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Aggiornare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Commit message suggerito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4 — Skill ADR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Creare skill adr-writing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Richiamarla da spring-architect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Produrre ADR su scelta tecnica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5 — MCP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Inventario tool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Classificare read/write/network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Definire allowlist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Scrivere gate policy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Lab 6 — Enterprise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Disegnare workflow per team reale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Associare agenti/hook/policy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Definire metriche di adozione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Checklist adozione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Partire da un repo non critico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Solo Read/Grep/Glob per la prima settimana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Aggiungere hook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Misurare tempo risparmiato e falsi positivi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Promuovere pattern approvati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Anti-pattern da evitare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Bypass permissions permanente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Agent con tutti i tool sempre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Eseguire script mai letti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Incollare segreti nel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Accettare diff grandi senza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MCP server scaricati a caso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Metriche utili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Tempo medio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Copertura test aumentata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PR con docs aggiornate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Incidenti da secret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Numero hook block/allow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Riduzione rilavorazioni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F3F6FF"/>
                </a:solidFill>
              </a:defRPr>
            </a:pPr>
            <a:r>
              <a:t>Chiusura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Claude Code non sostituisce il processo: lo rende eseguibile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Gli agenti buoni sono piccoli, verificabili e vincolati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La sicurezza è una funzionalità del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424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F3F6FF"/>
                </a:solidFill>
              </a:defRPr>
            </a:pPr>
            <a:r>
              <a:t>• Portate via un kit, non solo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